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to resolve</c:v>
                </c:pt>
              </c:strCache>
            </c:strRef>
          </c:tx>
          <c:spPr>
            <a:solidFill>
              <a:srgbClr val="8A4B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4B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42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— manual</c:v>
                  </c:pt>
                  <c:pt idx="1">
                    <c:v>After — pipeline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ARCHITECTURE DEFENSE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incident pipeline: architecture, infrastructure-as-code, and the migration path from manual to automated remediation.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Muni · Presented to Kanagavel Manoharan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standalone Python script that connects to ServiceNow via REST API, pulls unassigned incident tickets, parses raw stack traces/log attachments, and extracts structured JSON diagnostic metadata."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Telemetry Parsing (Python &amp; APIs)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how it was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619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unassigned tickets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24378" y="2532888"/>
            <a:ext cx="374904" cy="237744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7" name="Shape 5"/>
          <p:cNvSpPr/>
          <p:nvPr/>
        </p:nvSpPr>
        <p:spPr>
          <a:xfrm>
            <a:off x="341757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512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729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log attachments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3308" y="2532888"/>
            <a:ext cx="374904" cy="237744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405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622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extract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62238" y="2532888"/>
            <a:ext cx="374904" cy="237744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543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2987" y="1856232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6515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structured JSON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incident_diagnostics_extractor.py connects via REST API, reads each ticket's attached error logs, and writes the full diagnostic details as structured JSON.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functional RAG prototype using Python and a vector engine. Index a sample dataset of 50 past ticket RCAs and classifications so the system can auto-suggest root causes for new incoming logs."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RAG Diagnostic Engine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how it was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619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24378" y="2532888"/>
            <a:ext cx="374904" cy="237744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7" name="Shape 5"/>
          <p:cNvSpPr/>
          <p:nvPr/>
        </p:nvSpPr>
        <p:spPr>
          <a:xfrm>
            <a:off x="341757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512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729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3308" y="2532888"/>
            <a:ext cx="374904" cy="237744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4057" y="1856232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622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search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62238" y="2532888"/>
            <a:ext cx="374904" cy="237744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543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298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6515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cause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embeddings, indexed in BigQuery, searched with VECTOR_SEARCH -- no separate vector database needed.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"Deploy a serverless cloud function triggered by a webhook, simulating a system alert. The function must run an automated fix and automatically update ServiceNow."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Auto-Remediation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how it was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619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flagged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24378" y="2532888"/>
            <a:ext cx="374904" cy="237744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7" name="Shape 5"/>
          <p:cNvSpPr/>
          <p:nvPr/>
        </p:nvSpPr>
        <p:spPr>
          <a:xfrm>
            <a:off x="341757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5127" y="1856232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729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confirms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3308" y="2532888"/>
            <a:ext cx="374904" cy="237744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405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622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fix runs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62238" y="2532888"/>
            <a:ext cx="374904" cy="237744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5430" y="1600200"/>
            <a:ext cx="24574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2987" y="1856232"/>
            <a:ext cx="402336" cy="40233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65158" y="242316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updated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Cloud Run, confirmed by a person in the console app -- honest note: not yet a true webhook.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+ 3,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suggest, confirm, fix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2476" y="2139696"/>
            <a:ext cx="475488" cy="475488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incident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08376" y="2880360"/>
            <a:ext cx="384048" cy="274320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828800"/>
            <a:ext cx="2423160" cy="237744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2836" y="2139696"/>
            <a:ext cx="475488" cy="47548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suggests a cause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88736" y="2880360"/>
            <a:ext cx="384048" cy="274320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828800"/>
            <a:ext cx="2423160" cy="237744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83196" y="2139696"/>
            <a:ext cx="475488" cy="47548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69096" y="2880360"/>
            <a:ext cx="384048" cy="274320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9720" y="1828800"/>
            <a:ext cx="2423160" cy="237744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3556" y="2139696"/>
            <a:ext cx="475488" cy="47548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&amp; ticket closes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finds the answer. Week 3 acts on it, with a human still in the loop.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 a 30-minute presentation featuring an end-to-end architecture diagram, including IaC/Terraform concepts, detailing how you would migrate one of your team's manual operations into a self-healing pipeline — complete with projected MTTR impact metrics."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Week 4 assignment brief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5544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— the two-app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31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Terraform, mapped to what's real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08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 to self-healing pipeline migration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MTTR impact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663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&amp; Terraform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define as code if this were a real production rollout — mapped precisely against what's actually running today.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apps, one shared data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954215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497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aiops-sdk-demo-app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497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facing, suggest-only, via the AiopsSDK facade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497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us-central1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48575" y="2459736"/>
            <a:ext cx="365760" cy="292608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8" name="Shape 6"/>
          <p:cNvSpPr/>
          <p:nvPr/>
        </p:nvSpPr>
        <p:spPr>
          <a:xfrm>
            <a:off x="4234375" y="1554480"/>
            <a:ext cx="3692769" cy="2103120"/>
          </a:xfrm>
          <a:prstGeom prst="roundRect">
            <a:avLst>
              <a:gd name="adj" fmla="val 521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975" y="1783080"/>
            <a:ext cx="32355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— incident_assistant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62975" y="2331720"/>
            <a:ext cx="32355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incident_corpus (embeddings) and demo_state — shared by both apps, no shared disk, no local state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72865" y="2459736"/>
            <a:ext cx="365760" cy="292608"/>
          </a:xfrm>
          <a:prstGeom prst="leftArrow">
            <a:avLst/>
          </a:prstGeom>
          <a:solidFill>
            <a:srgbClr val="2F6FED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8665" y="1554480"/>
            <a:ext cx="2954215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87265" y="1783080"/>
            <a:ext cx="2497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aiops-console-app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887265" y="2331720"/>
            <a:ext cx="2497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reviewer facing, the only place remedies execute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87265" y="3200400"/>
            <a:ext cx="2497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us-central1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42232"/>
            <a:ext cx="274320" cy="27432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977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— dev354741.service-now.com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142232"/>
            <a:ext cx="274320" cy="27432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3977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embeddings and generation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vs. declarative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721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run deploy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6405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the action, by hand, every time — "build and deploy this, right now."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46405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run after every git pull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"what should exist"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a flag, or a step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0780" y="1508760"/>
            <a:ext cx="5372100" cy="4206240"/>
          </a:xfrm>
          <a:prstGeom prst="roundRect">
            <a:avLst>
              <a:gd name="adj" fmla="val 3043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6540" y="1828800"/>
            <a:ext cx="4640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IN THIS REPO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06540" y="21945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606540" y="2743200"/>
            <a:ext cx="46405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end state you want. Terraform reconciles reality to match 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6540" y="3794760"/>
            <a:ext cx="46405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one file describes it 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reviewable, version-controlled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touch what it doesn't manage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piece, mapped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(real)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(illustrative)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compute SA, Editor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aiops-runtime, 3 scoped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incident_assistant dataset, created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google_bigquery_dataset + 2 tables, as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Cloud Run env vars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Manager + IAM accessor binding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Manual: git pull + gcloud run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Registry + 2 Cloud Build triggers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Cloud Run services, hand-deployed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2 services, defined as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gap, not just an exercise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721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COMPUTE SERVICE ACCOUNT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3055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both apps today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2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 Editor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10712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2F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410712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Job User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032504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2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32504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Secret Accessor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654296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BE3D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654296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— broad, project-wide access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0780" y="1508760"/>
            <a:ext cx="5372100" cy="4480560"/>
          </a:xfrm>
          <a:prstGeom prst="roundRect">
            <a:avLst>
              <a:gd name="adj" fmla="val 285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60820" y="178308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AIOPS-RUNTIME (PROPOSED)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60820" y="2130552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only what's needed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60820" y="2788920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0820" y="2788920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 Editor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0820" y="3410712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0820" y="3410712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Job User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60820" y="4032504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0820" y="4032504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Secret Accessor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60820" y="4654296"/>
            <a:ext cx="4732020" cy="502920"/>
          </a:xfrm>
          <a:prstGeom prst="roundRect">
            <a:avLst>
              <a:gd name="adj" fmla="val 14545"/>
            </a:avLst>
          </a:prstGeom>
          <a:solidFill>
            <a:srgbClr val="DFF5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60820" y="4654296"/>
            <a:ext cx="47320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Editor role — least privilege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— and deliberately not applied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Terraform config is real, working HCL — every resource maps to a piece of the running system. It has never touched the live project. That gap is the honest answer to "did you run this," and it's a deliberate choice, not a shortcut.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8233A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2075688"/>
            <a:ext cx="310896" cy="310896"/>
          </a:xfrm>
          <a:prstGeom prst="ellipse">
            <a:avLst/>
          </a:prstGeom>
          <a:solidFill>
            <a:srgbClr val="4FC9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0" y="1828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Terraform state exists yet — it has zero power over anything already running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3063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8233A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3447288"/>
            <a:ext cx="310896" cy="310896"/>
          </a:xfrm>
          <a:prstGeom prst="ellipse">
            <a:avLst/>
          </a:prstGeom>
          <a:solidFill>
            <a:srgbClr val="4FC9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blocks only create — a name collision errors safely, it never overwrites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44348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8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4818888"/>
            <a:ext cx="310896" cy="310896"/>
          </a:xfrm>
          <a:prstGeom prst="ellipse">
            <a:avLst/>
          </a:prstGeom>
          <a:solidFill>
            <a:srgbClr val="4FC9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4572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is fully read-only — the only command worth running live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story &amp; MTTR impact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manual, human-triggered fix to a self-healing pipeline — and what that's projected to save in time-to-resolve.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human-in-the-loop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FULLY MANUAL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9918" y="1947672"/>
            <a:ext cx="329184" cy="329184"/>
          </a:xfrm>
          <a:prstGeom prst="ellipse">
            <a:avLst/>
          </a:prstGeom>
          <a:solidFill>
            <a:srgbClr val="8A4B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350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43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7812" y="2368296"/>
            <a:ext cx="310896" cy="201168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9" name="Shape 7"/>
          <p:cNvSpPr/>
          <p:nvPr/>
        </p:nvSpPr>
        <p:spPr>
          <a:xfrm>
            <a:off x="3406140" y="1783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7418" y="1947672"/>
            <a:ext cx="329184" cy="329184"/>
          </a:xfrm>
          <a:prstGeom prst="ellipse">
            <a:avLst/>
          </a:prstGeom>
          <a:solidFill>
            <a:srgbClr val="8A4B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9292" y="2350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fix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9292" y="2743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25312" y="2368296"/>
            <a:ext cx="310896" cy="201168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783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44918" y="1947672"/>
            <a:ext cx="329184" cy="329184"/>
          </a:xfrm>
          <a:prstGeom prst="ellipse">
            <a:avLst/>
          </a:prstGeom>
          <a:solidFill>
            <a:srgbClr val="8A4B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36792" y="2350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by hand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2743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82812" y="2368296"/>
            <a:ext cx="310896" cy="201168"/>
          </a:xfrm>
          <a:prstGeom prst="rightArrow">
            <a:avLst/>
          </a:prstGeom>
          <a:solidFill>
            <a:srgbClr val="C7CCD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21140" y="1783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2418" y="1947672"/>
            <a:ext cx="329184" cy="329184"/>
          </a:xfrm>
          <a:prstGeom prst="ellipse">
            <a:avLst/>
          </a:prstGeom>
          <a:solidFill>
            <a:srgbClr val="8A4B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94292" y="2350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ticket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94292" y="2743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HUMAN CONFIRMS, PIPELINE DOES THE REST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29918" y="4233672"/>
            <a:ext cx="329184" cy="329184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4636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finds a match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5029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7812" y="4654296"/>
            <a:ext cx="310896" cy="201168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29" name="Shape 27"/>
          <p:cNvSpPr/>
          <p:nvPr/>
        </p:nvSpPr>
        <p:spPr>
          <a:xfrm>
            <a:off x="3406140" y="4069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7418" y="4233672"/>
            <a:ext cx="329184" cy="329184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9292" y="4636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confirms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479292" y="5029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25312" y="4654296"/>
            <a:ext cx="310896" cy="201168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4069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44918" y="4233672"/>
            <a:ext cx="329184" cy="329184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36792" y="4636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runs itself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336792" y="5029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82812" y="4654296"/>
            <a:ext cx="310896" cy="201168"/>
          </a:xfrm>
          <a:prstGeom prst="rightArrow">
            <a:avLst/>
          </a:prstGeom>
          <a:solidFill>
            <a:srgbClr val="2F6FED"/>
          </a:solidFill>
          <a:ln/>
        </p:spPr>
      </p:sp>
      <p:sp>
        <p:nvSpPr>
          <p:cNvPr id="39" name="Shape 37"/>
          <p:cNvSpPr/>
          <p:nvPr/>
        </p:nvSpPr>
        <p:spPr>
          <a:xfrm>
            <a:off x="9121140" y="4069080"/>
            <a:ext cx="249174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02418" y="4233672"/>
            <a:ext cx="329184" cy="329184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94292" y="4636008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auto-updates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94292" y="5029200"/>
            <a:ext cx="234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incident, a fraction of the time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7680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43434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 faster time-to-resolve for this incident type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 for a routine, known-pattern incident — not measured production data.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minutes actually go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(manual)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(pipeline)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&amp; diagnose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&amp;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the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the 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four weeks actually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7393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221284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REST APIs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670048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integration, JSON extraction — Week 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2064" y="1554480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9808" y="177393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9808" y="221284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embeddings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9808" y="2670048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BigQuery VECTOR_SEARCH — Week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1554480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232" y="177393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3232" y="221284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automation design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670048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Confidence-scored, human-confirmed fixes — Week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13308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4572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 (GCP)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5029200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Run, BigQuery, IAM, Secret Manager, Artifact Registry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2064" y="3913632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9808" y="413308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9808" y="4572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59808" y="5029200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Terraform/HCL, mapped to a real running system — Week 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5488" y="3913632"/>
            <a:ext cx="3517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3232" y="413308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33232" y="4572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communication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33232" y="5029200"/>
            <a:ext cx="304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defense, ready for stakeholder Q&amp;A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puts me against the JD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B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&amp; agent building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leadership &amp; stakeholders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&amp; scripting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self-healing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infra (K8s, multi-cloud,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4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4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experience here is GCP, not AWS as the JD lists — the platform differs, IAM/IaC/secrets/managed-compute skills transfer directly.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infra stayed untouched this project, honestly — not something to claim progress on.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Self-assessed, not a formal review — a starting point for that conversation, not a verdict.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Virtual Agent — Week 4 Architecture Defense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Week 4 — Architecture Defense</dc:title>
  <dc:subject>PptxGenJS Presentation</dc:subject>
  <dc:creator>PptxGenJS</dc:creator>
  <cp:lastModifiedBy>PptxGenJS</cp:lastModifiedBy>
  <cp:revision>1</cp:revision>
  <dcterms:created xsi:type="dcterms:W3CDTF">2026-09-21T14:08:27Z</dcterms:created>
  <dcterms:modified xsi:type="dcterms:W3CDTF">2026-09-21T14:08:27Z</dcterms:modified>
</cp:coreProperties>
</file>