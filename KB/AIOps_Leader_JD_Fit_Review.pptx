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FIT REVIEW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— Airbus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JR10435733 · Bangalore Area · Posted August 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Ramesh Muni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role, in Airbus's words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seasoned, hands-on AIOps Leader (7+ years) to serve as the principal technical architect and lead builder for a centralized AI Product Support &amp; Operations function — designing and executing the automation strategy that turns raw operational chaos into scalable, self-healing, data-driven infrastructure."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35173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474720"/>
            <a:ext cx="306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977640"/>
            <a:ext cx="3060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or Master's — CS, Software Engineering, IT, or related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064" y="3246120"/>
            <a:ext cx="35173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0664" y="3474720"/>
            <a:ext cx="306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0664" y="3977640"/>
            <a:ext cx="3060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yrs across SWE, SRE, DevOps or Systems Ops, focused on cloud automation and AI/ML tooling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5488" y="3246120"/>
            <a:ext cx="35173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4088" y="3474720"/>
            <a:ext cx="306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specialization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4088" y="3977640"/>
            <a:ext cx="3060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yrs architecting operations directly within AWS or GCP, incl. native AI/ML compute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73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AI/ML automation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71576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infra &amp; auto-remediation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tools &amp; vector databases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bots for Tier-1/2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2064" y="1600200"/>
            <a:ext cx="35173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9808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9808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predictive analytics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9808" y="271576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log-enrichment pipelines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anomaly detection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uptime &amp; SLA/CSAT dashboards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1600200"/>
            <a:ext cx="35173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232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3232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engineering &amp; L1/L2 empowerment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715768"/>
            <a:ext cx="3041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elimination — manual to autonomous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metadata standardization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mentorship for L1/L2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those responsibilities — what I've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7392" cy="356616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801368"/>
            <a:ext cx="311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AI/ML automation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468880"/>
            <a:ext cx="3115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Wk3: webhook → Cloud Run fix, human-confirmed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Wk2: Gemini + BigQuery vector search, 50 RCAs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apps auto-update ServiceNow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4480560"/>
            <a:ext cx="3115056" cy="502920"/>
          </a:xfrm>
          <a:prstGeom prst="roundRect">
            <a:avLst>
              <a:gd name="adj" fmla="val 10909"/>
            </a:avLst>
          </a:prstGeom>
          <a:solidFill>
            <a:srgbClr val="FDEC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4480560"/>
            <a:ext cx="3115056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full autonomy, enterprise scale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17392" cy="356616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3232" y="1801368"/>
            <a:ext cx="311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predictive analytics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23232" y="2468880"/>
            <a:ext cx="3115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MTTR breakdown, before/after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 extractor structures raw log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3232" y="4480560"/>
            <a:ext cx="3115056" cy="502920"/>
          </a:xfrm>
          <a:prstGeom prst="roundRect">
            <a:avLst>
              <a:gd name="adj" fmla="val 10909"/>
            </a:avLst>
          </a:prstGeom>
          <a:solidFill>
            <a:srgbClr val="FBE3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3232" y="4480560"/>
            <a:ext cx="3115056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live telemetry or predictive alerting yet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5488" y="1600200"/>
            <a:ext cx="3517392" cy="356616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6656" y="1801368"/>
            <a:ext cx="3115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engineering &amp; L1/L2 empowerment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96656" y="2468880"/>
            <a:ext cx="3115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 + Wk3 replace manual triage &amp; fix steps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JSON diagnostic schema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96656" y="4480560"/>
            <a:ext cx="3115056" cy="502920"/>
          </a:xfrm>
          <a:prstGeom prst="roundRect">
            <a:avLst>
              <a:gd name="adj" fmla="val 10909"/>
            </a:avLst>
          </a:prstGeom>
          <a:solidFill>
            <a:srgbClr val="FDEC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6656" y="4480560"/>
            <a:ext cx="3115056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direct L1/L2 mentorship yet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essentials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GCP native AI platforms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715768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SageMaker, Lambda / Vertex AI, Cloud Run, BigQuery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2064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9808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9808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9808" y="2715768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CloudFormation, Deployment Manager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232" y="1819656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3232" y="2258568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orchestration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715768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(EKS/GKE) and Docker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08736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452628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cloud telemetry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98348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or Cloud Logging/Monitoring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2064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9808" y="408736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9808" y="452628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 &amp; scripting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59808" y="498348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Go, or Shell; ITSM connectors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5488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3232" y="4087368"/>
            <a:ext cx="310896" cy="310896"/>
          </a:xfrm>
          <a:prstGeom prst="ellipse">
            <a:avLst/>
          </a:prstGeom>
          <a:solidFill>
            <a:srgbClr val="1442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33232" y="452628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generative AI stack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33232" y="4983480"/>
            <a:ext cx="304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via Bedrock KB, Vertex AI Search, Pinecone, Qdrant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those essentials — where I stand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78308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GCP AI platforms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40280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hands-on: Cloud Run, BigQuery, IAM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3108960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FDEC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108960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AWS not yet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3232" y="178308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3232" y="2240280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Terraform/HCL, Wk4 real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3232" y="3108960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DFF5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3232" y="3108960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5488" y="1600200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6656" y="1783080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orchestration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96656" y="2240280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is serverless, no K8s used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96656" y="3108960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FBE3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6656" y="3108960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50792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telemetry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07992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MTTR estimate, no live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" y="5376672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FBE3D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5376672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2064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3232" y="4050792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scripting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23232" y="4507992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throughout; Go/Shell not yet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3232" y="5376672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FDEC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3232" y="5376672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5488" y="3867912"/>
            <a:ext cx="3517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050792"/>
            <a:ext cx="311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GenAI stack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6656" y="4507992"/>
            <a:ext cx="311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BigQuery VECTOR_SEARCH, Wk2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96656" y="5376672"/>
            <a:ext cx="3115056" cy="347472"/>
          </a:xfrm>
          <a:prstGeom prst="roundRect">
            <a:avLst>
              <a:gd name="adj" fmla="val 15789"/>
            </a:avLst>
          </a:prstGeom>
          <a:solidFill>
            <a:srgbClr val="DFF5E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96656" y="5376672"/>
            <a:ext cx="3115056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&amp; success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721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&amp; behavioral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6405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 &amp; influence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obsession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bridge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Thrives in ambiguity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0780" y="1554480"/>
            <a:ext cx="53721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6540" y="187452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06540" y="2468880"/>
            <a:ext cx="46405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deflection rate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first-contact resolution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centralization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CSAT score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Nice-to-have: French fluency · ITIL v5 / CASM / PMP / cloud AI certs · direct bot or RAG implementation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those — the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721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skills, demonstrated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6405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proposed &amp; defended the Terraform/IAM security finding to my manager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Root-cause: RAG suggestions, structured JSON diagnostics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bridge: this 4-week defense itself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Ambiguity: built through 4 weeks of evolving specs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40780" y="1554480"/>
            <a:ext cx="53721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06540" y="1874520"/>
            <a:ext cx="4640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metrics, honestly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06540" y="2468880"/>
            <a:ext cx="4640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reduction: modeled, ~84% illustrative estimate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06540" y="3291840"/>
            <a:ext cx="4640580" cy="1737360"/>
          </a:xfrm>
          <a:prstGeom prst="roundRect">
            <a:avLst>
              <a:gd name="adj" fmla="val 4211"/>
            </a:avLst>
          </a:prstGeom>
          <a:solidFill>
            <a:srgbClr val="FBE3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35140" y="3291840"/>
            <a:ext cx="41833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8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Deflection, SLA/FCR, centralization, CSAT: not yet tracked — no production traffic to measure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182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overlap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automation patterns — RAG, self-healing scripts, bot-adjacent tooling. Python. IaC fundamentals. Hands-on GCP operations.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182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02480" y="20116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5603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Kubernetes/Docker, AWS platform depth, live observability &amp; BI dashboards, 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3291840"/>
          </a:xfrm>
          <a:prstGeom prst="roundRect">
            <a:avLst>
              <a:gd name="adj" fmla="val 3333"/>
            </a:avLst>
          </a:prstGeom>
          <a:solidFill>
            <a:srgbClr val="1823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82000" y="20116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frame 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5603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automation and AI patterns this role needs, on GCP instead of AWS, and haven't yet operated at container-orchestration scale.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Leader (Airbus, JR10435733) — JD Fit Review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Leader (Airbus) — JD Fit Review</dc:title>
  <dc:subject>PptxGenJS Presentation</dc:subject>
  <dc:creator>PptxGenJS</dc:creator>
  <cp:lastModifiedBy>PptxGenJS</cp:lastModifiedBy>
  <cp:revision>1</cp:revision>
  <dcterms:created xsi:type="dcterms:W3CDTF">2026-09-21T14:07:11Z</dcterms:created>
  <dcterms:modified xsi:type="dcterms:W3CDTF">2026-09-21T14:07:11Z</dcterms:modified>
</cp:coreProperties>
</file>