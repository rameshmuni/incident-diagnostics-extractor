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BRIEF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Build Went Further Than The Original Ask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list of what was assigned — a record of what was noticed, root-caused, and fixed without being asked, plus the deliberate design calls made along the way.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Muni  ·  AIOps Virtual Agent  ·  4-Week Build, Aug 24 – Sep 20 2026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929C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Literal 4-Week Ask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E"/>
                </a:solidFill>
              </a:rPr>
              <a:t>KV's brief, read exactly as written — the floor this build started from, not the ceiling it stayed at.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94360" cy="795528"/>
          </a:xfrm>
          <a:prstGeom prst="roundRect">
            <a:avLst>
              <a:gd name="adj" fmla="val 12308"/>
            </a:avLst>
          </a:prstGeom>
          <a:solidFill>
            <a:srgbClr val="1628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943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1920240"/>
            <a:ext cx="502920" cy="50292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8" name="Image 0" descr="/tmp/aiops_plan/deck/icons/f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260" y="1985620"/>
            <a:ext cx="372161" cy="37216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011680" y="18288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733"/>
                </a:solidFill>
              </a:rPr>
              <a:t>A Python script pulls unassigned ServiceNow incidents and parses stack traces/logs into structured JSON.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106424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834640"/>
            <a:ext cx="594360" cy="795528"/>
          </a:xfrm>
          <a:prstGeom prst="roundRect">
            <a:avLst>
              <a:gd name="adj" fmla="val 12308"/>
            </a:avLst>
          </a:prstGeom>
          <a:solidFill>
            <a:srgbClr val="16283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834640"/>
            <a:ext cx="5943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325880" y="2880360"/>
            <a:ext cx="502920" cy="50292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4" name="Image 1" descr="/tmp/aiops_plan/deck/icons/emb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60" y="2945740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011680" y="2788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733"/>
                </a:solidFill>
              </a:rPr>
              <a:t>Index 50 real past RCAs in a vector store; auto-suggest a root cause for new incidents.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1106424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3794760"/>
            <a:ext cx="594360" cy="795528"/>
          </a:xfrm>
          <a:prstGeom prst="roundRect">
            <a:avLst>
              <a:gd name="adj" fmla="val 12308"/>
            </a:avLst>
          </a:prstGeom>
          <a:solidFill>
            <a:srgbClr val="16283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48640" y="3794760"/>
            <a:ext cx="5943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325880" y="3840480"/>
            <a:ext cx="502920" cy="50292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0" name="Image 2" descr="/tmp/aiops_plan/dec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260" y="3905860"/>
            <a:ext cx="372161" cy="37216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011680" y="37490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733"/>
                </a:solidFill>
              </a:rPr>
              <a:t>A webhook-triggered function runs a fix and updates ServiceNow automatically.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617720"/>
            <a:ext cx="1106424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4754880"/>
            <a:ext cx="594360" cy="795528"/>
          </a:xfrm>
          <a:prstGeom prst="roundRect">
            <a:avLst>
              <a:gd name="adj" fmla="val 12308"/>
            </a:avLst>
          </a:prstGeom>
          <a:solidFill>
            <a:srgbClr val="16283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48640" y="4754880"/>
            <a:ext cx="5943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W4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1325880" y="4800600"/>
            <a:ext cx="502920" cy="50292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6" name="Image 3" descr="/tmp/aiops_plan/deck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260" y="4865980"/>
            <a:ext cx="372161" cy="37216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011680" y="470916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733"/>
                </a:solidFill>
              </a:rPr>
              <a:t>A 30-minute presentation: diagram, IaC concepts, projected MTTR impact.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8EC"/>
          </a:solidFill>
          <a:ln w="12700">
            <a:solidFill>
              <a:srgbClr val="E2A23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77240" y="57150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0A"/>
                </a:solidFill>
              </a:rPr>
              <a:t>Every slide after this one answers one question: </a:t>
            </a:r>
            <a:pPr indent="0" marL="0">
              <a:buNone/>
            </a:pPr>
            <a:r>
              <a:rPr lang="en-US" sz="1250" i="1" dirty="0">
                <a:solidFill>
                  <a:srgbClr val="8A4B0A"/>
                </a:solidFill>
              </a:rPr>
              <a:t>what happened between this literal ask and the system actually running today?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INITIATIVE, STORY 1 &amp;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Mid-Build Pivot, and a Bug Nobody Flagged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618488"/>
            <a:ext cx="457200" cy="45720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6" name="Image 0" descr="/tmp/aiops_plan/deck/icons/goo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677924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00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</a:rPr>
              <a:t>Rebuilt retrieval Google-native, mid-project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22376" y="2194560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8A97A1"/>
                </a:solidFill>
              </a:rPr>
              <a:t>BASELINE</a:t>
            </a:r>
            <a:endParaRPr lang="en-US" sz="78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2194560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The brief said "a vector store" — no vendor named, FAISS + sentence-transformers was the working baseline.</a:t>
            </a:r>
            <a:endParaRPr lang="en-US" sz="930" dirty="0"/>
          </a:p>
        </p:txBody>
      </p:sp>
      <p:sp>
        <p:nvSpPr>
          <p:cNvPr id="10" name="Text 7"/>
          <p:cNvSpPr txBox="1"/>
          <p:nvPr/>
        </p:nvSpPr>
        <p:spPr>
          <a:xfrm>
            <a:off x="722376" y="3419856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B5560C"/>
                </a:solidFill>
              </a:rPr>
              <a:t>FOUND / REALIZED</a:t>
            </a:r>
            <a:endParaRPr lang="en-US" sz="78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3419856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A later ask raised the bar: entirely on Cloud Run, no self-hosted models, Google products end-to-end for embeddings, storage, and reasoning.</a:t>
            </a:r>
            <a:endParaRPr lang="en-US" sz="930" dirty="0"/>
          </a:p>
        </p:txBody>
      </p:sp>
      <p:sp>
        <p:nvSpPr>
          <p:cNvPr id="12" name="Text 9"/>
          <p:cNvSpPr txBox="1"/>
          <p:nvPr/>
        </p:nvSpPr>
        <p:spPr>
          <a:xfrm>
            <a:off x="722376" y="4645152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0B6B3F"/>
                </a:solidFill>
              </a:rPr>
              <a:t>DONE, UNPROMPTED</a:t>
            </a:r>
            <a:endParaRPr lang="en-US" sz="78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4645152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Replaced FAISS with BigQuery VECTOR_SEARCH and local sentence-transformers with Gemini embeddings — not a rewrite from scratch, a deliberate migration that kept every downstream function (prompting, verdicts, escalation) untouched.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621792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37376" y="1618488"/>
            <a:ext cx="457200" cy="45720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6" name="Image 1" descr="/tmp/aiops_plan/deck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677924"/>
            <a:ext cx="338328" cy="33832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040880" y="1600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</a:rPr>
              <a:t>Root-caused a silent undercount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437376" y="2194560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8A97A1"/>
                </a:solidFill>
              </a:rPr>
              <a:t>BASELINE</a:t>
            </a:r>
            <a:endParaRPr lang="en-US" sz="780" dirty="0"/>
          </a:p>
        </p:txBody>
      </p:sp>
      <p:sp>
        <p:nvSpPr>
          <p:cNvPr id="19" name="Text 15"/>
          <p:cNvSpPr txBox="1"/>
          <p:nvPr/>
        </p:nvSpPr>
        <p:spPr>
          <a:xfrm>
            <a:off x="7909560" y="2194560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Nothing in the brief asked for a live resolved-incident counter to be audited for correctness.</a:t>
            </a:r>
            <a:endParaRPr lang="en-US" sz="930" dirty="0"/>
          </a:p>
        </p:txBody>
      </p:sp>
      <p:sp>
        <p:nvSpPr>
          <p:cNvPr id="20" name="Text 16"/>
          <p:cNvSpPr txBox="1"/>
          <p:nvPr/>
        </p:nvSpPr>
        <p:spPr>
          <a:xfrm>
            <a:off x="6437376" y="3419856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B5560C"/>
                </a:solidFill>
              </a:rPr>
              <a:t>FOUND / REALIZED</a:t>
            </a:r>
            <a:endParaRPr lang="en-US" sz="780" dirty="0"/>
          </a:p>
        </p:txBody>
      </p:sp>
      <p:sp>
        <p:nvSpPr>
          <p:cNvPr id="21" name="Text 17"/>
          <p:cNvSpPr txBox="1"/>
          <p:nvPr/>
        </p:nvSpPr>
        <p:spPr>
          <a:xfrm>
            <a:off x="7909560" y="3419856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The corpus count looked implausibly low against known resolution history. Investigated instead of accepting the number — traced it to ServiceNow's `active` flag only going false at Closed, not Resolved.</a:t>
            </a:r>
            <a:endParaRPr lang="en-US" sz="930" dirty="0"/>
          </a:p>
        </p:txBody>
      </p:sp>
      <p:sp>
        <p:nvSpPr>
          <p:cNvPr id="22" name="Text 18"/>
          <p:cNvSpPr txBox="1"/>
          <p:nvPr/>
        </p:nvSpPr>
        <p:spPr>
          <a:xfrm>
            <a:off x="6437376" y="4645152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0B6B3F"/>
                </a:solidFill>
              </a:rPr>
              <a:t>DONE, UNPROMPTED</a:t>
            </a:r>
            <a:endParaRPr lang="en-US" sz="780" dirty="0"/>
          </a:p>
        </p:txBody>
      </p:sp>
      <p:sp>
        <p:nvSpPr>
          <p:cNvPr id="23" name="Text 19"/>
          <p:cNvSpPr txBox="1"/>
          <p:nvPr/>
        </p:nvSpPr>
        <p:spPr>
          <a:xfrm>
            <a:off x="7909560" y="4645152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Ran a real diagnostic against ServiceNow, confirmed 96 true resolutions (17 Resolved + 79 Closed) against a query that only saw 17. Fixed the query, added a regression test so it can't silently reappear.</a:t>
            </a:r>
            <a:endParaRPr lang="en-US" sz="930" dirty="0"/>
          </a:p>
        </p:txBody>
      </p:sp>
      <p:sp>
        <p:nvSpPr>
          <p:cNvPr id="24" name="Text 20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INITIATIVE, STORY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Redesigned W3's Safety Model, Unasked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</a:rPr>
              <a:t>What the brief literally described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5636E"/>
                </a:solidFill>
              </a:rPr>
              <a:t>“A webhook-triggered function runs a fix and updates ServiceNow automatically.” Read literally, that's one function with standing authority to act on its own the moment it's confident enough.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</a:rPr>
              <a:t>The real tension that surfaced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160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5636E"/>
                </a:solidFill>
              </a:rPr>
              <a:t>The person describing a problem in a chat UI is not automatically the right person to authorize a script running against production-shaped infrastructure — confidence in a match isn't the same thing as authority to act.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3F"/>
                </a:solidFill>
              </a:rPr>
              <a:t>What was built instead, on my own call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30552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0B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audience in two: an end-user app that can only raise a candidate fix, and a separate AIOps console that's the only place one ever runs.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0B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it, not just designed it — every remedy function is patched to explode if called, then the end-user path is run against a confident match; the test passes because nothing fired.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0B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the resulting gap out loud rather than hiding it: no login on either app yet — a real, stated limitation, not a claimed-finished feature.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INITIATIVE, STORY 4 &amp;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The Reuse Proof, Then Found What It Broke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618488"/>
            <a:ext cx="457200" cy="45720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6" name="Image 0" descr="/tmp/aiops_plan/deck/icons/cloud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677924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00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</a:rPr>
              <a:t>Built a second and third app, unasked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22376" y="2194560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8A97A1"/>
                </a:solidFill>
              </a:rPr>
              <a:t>BASELINE</a:t>
            </a:r>
            <a:endParaRPr lang="en-US" sz="78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2194560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The brief needed one working chat app demonstrating retrieval and remediation.</a:t>
            </a:r>
            <a:endParaRPr lang="en-US" sz="930" dirty="0"/>
          </a:p>
        </p:txBody>
      </p:sp>
      <p:sp>
        <p:nvSpPr>
          <p:cNvPr id="10" name="Text 7"/>
          <p:cNvSpPr txBox="1"/>
          <p:nvPr/>
        </p:nvSpPr>
        <p:spPr>
          <a:xfrm>
            <a:off x="722376" y="3419856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B5560C"/>
                </a:solidFill>
              </a:rPr>
              <a:t>FOUND / REALIZED</a:t>
            </a:r>
            <a:endParaRPr lang="en-US" sz="78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3419856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A single app proves the feature works; it doesn't prove the underlying logic is reusable outside that one file.</a:t>
            </a:r>
            <a:endParaRPr lang="en-US" sz="930" dirty="0"/>
          </a:p>
        </p:txBody>
      </p:sp>
      <p:sp>
        <p:nvSpPr>
          <p:cNvPr id="12" name="Text 9"/>
          <p:cNvSpPr txBox="1"/>
          <p:nvPr/>
        </p:nvSpPr>
        <p:spPr>
          <a:xfrm>
            <a:off x="722376" y="4645152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0B6B3F"/>
                </a:solidFill>
              </a:rPr>
              <a:t>DONE, UNPROMPTED</a:t>
            </a:r>
            <a:endParaRPr lang="en-US" sz="78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4645152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Pulled the logic into one shared aiops_sdk library, then built two more complete apps on top of it — an end-user app and an AIOps console — as live proof the SDK is real reuse, not a refactor that only looks clean from the outside.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621792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37376" y="1618488"/>
            <a:ext cx="457200" cy="45720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6" name="Image 1" descr="/tmp/aiops_plan/deck/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677924"/>
            <a:ext cx="338328" cy="33832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040880" y="1600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</a:rPr>
              <a:t>Found and fixed what that split broke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437376" y="2194560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8A97A1"/>
                </a:solidFill>
              </a:rPr>
              <a:t>BASELINE</a:t>
            </a:r>
            <a:endParaRPr lang="en-US" sz="780" dirty="0"/>
          </a:p>
        </p:txBody>
      </p:sp>
      <p:sp>
        <p:nvSpPr>
          <p:cNvPr id="19" name="Text 15"/>
          <p:cNvSpPr txBox="1"/>
          <p:nvPr/>
        </p:nvSpPr>
        <p:spPr>
          <a:xfrm>
            <a:off x="7909560" y="2194560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Nothing required the demo scenarios to survive being split across separate services.</a:t>
            </a:r>
            <a:endParaRPr lang="en-US" sz="930" dirty="0"/>
          </a:p>
        </p:txBody>
      </p:sp>
      <p:sp>
        <p:nvSpPr>
          <p:cNvPr id="20" name="Text 16"/>
          <p:cNvSpPr txBox="1"/>
          <p:nvPr/>
        </p:nvSpPr>
        <p:spPr>
          <a:xfrm>
            <a:off x="6437376" y="3419856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B5560C"/>
                </a:solidFill>
              </a:rPr>
              <a:t>FOUND / REALIZED</a:t>
            </a:r>
            <a:endParaRPr lang="en-US" sz="780" dirty="0"/>
          </a:p>
        </p:txBody>
      </p:sp>
      <p:sp>
        <p:nvSpPr>
          <p:cNvPr id="21" name="Text 17"/>
          <p:cNvSpPr txBox="1"/>
          <p:nvPr/>
        </p:nvSpPr>
        <p:spPr>
          <a:xfrm>
            <a:off x="7909560" y="3419856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Deploying the new apps as separate Cloud Run services broke the demo's scenario toggles — each service has its own private disk, so a fix approved on one app was invisible to the other.</a:t>
            </a:r>
            <a:endParaRPr lang="en-US" sz="930" dirty="0"/>
          </a:p>
        </p:txBody>
      </p:sp>
      <p:sp>
        <p:nvSpPr>
          <p:cNvPr id="22" name="Text 18"/>
          <p:cNvSpPr txBox="1"/>
          <p:nvPr/>
        </p:nvSpPr>
        <p:spPr>
          <a:xfrm>
            <a:off x="6437376" y="4645152"/>
            <a:ext cx="1417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50" kern="0" dirty="0">
                <a:solidFill>
                  <a:srgbClr val="0B6B3F"/>
                </a:solidFill>
              </a:rPr>
              <a:t>DONE, UNPROMPTED</a:t>
            </a:r>
            <a:endParaRPr lang="en-US" sz="780" dirty="0"/>
          </a:p>
        </p:txBody>
      </p:sp>
      <p:sp>
        <p:nvSpPr>
          <p:cNvPr id="23" name="Text 19"/>
          <p:cNvSpPr txBox="1"/>
          <p:nvPr/>
        </p:nvSpPr>
        <p:spPr>
          <a:xfrm>
            <a:off x="7909560" y="4645152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5636E"/>
                </a:solidFill>
              </a:rPr>
              <a:t>Diagnosed it as a real architecture gap (already anticipated in a code comment, never acted on), then rebuilt the shared state on a small BigQuery table with local-file fallback — verified with 4 new regression tests simulating genuinely separate processes.</a:t>
            </a:r>
            <a:endParaRPr lang="en-US" sz="930" dirty="0"/>
          </a:p>
        </p:txBody>
      </p:sp>
      <p:sp>
        <p:nvSpPr>
          <p:cNvPr id="24" name="Text 20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INITIATIVE, STORY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Noticed a Scaling Flaw No One Flagged, Fixed It Same 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4E5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099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4B0A"/>
                </a:solidFill>
              </a:rPr>
              <a:t>It worked, technically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391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636E"/>
                </a:solidFill>
              </a:rPr>
              <a:t>Every approved fix re-embedded the entire resolved-incident corpus from scratch — correct output, nobody had complained.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16002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7099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B3F"/>
                </a:solidFill>
              </a:rPr>
              <a:t>Noticed anyway, unprompted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0391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636E"/>
                </a:solidFill>
              </a:rPr>
              <a:t>A live demo fix taking ~5 minutes was reason enough to ask "should it really work this way," not just "does it work."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09560" y="16002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1628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17099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Redesigned, not patched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0391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4E2"/>
                </a:solidFill>
              </a:rPr>
              <a:t>Rewrote the refresh to check what's already embedded first and append only what's new — same-session, with 2 new regression tests proving both the fast path and the append path.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11201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017520"/>
            <a:ext cx="10652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733"/>
                </a:solidFill>
              </a:rPr>
              <a:t>Why this one matters more than a bug fix: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36E"/>
                </a:solidFill>
              </a:rPr>
              <a:t>nothing was broken. The number was correct, the demo worked, the ticket would have closed as-is. The only reason it changed is that "correct today" and "still correct once the corpus is 10x bigger" aren't the same question — and asking the second one wasn't anyone's assignment.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11201400" cy="1325880"/>
          </a:xfrm>
          <a:prstGeom prst="roundRect">
            <a:avLst>
              <a:gd name="adj" fmla="val 5517"/>
            </a:avLst>
          </a:prstGeom>
          <a:solidFill>
            <a:srgbClr val="F7F9FA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26280"/>
            <a:ext cx="10652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733"/>
                </a:solidFill>
              </a:rPr>
              <a:t>The numbers: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36E"/>
                </a:solidFill>
              </a:rPr>
              <a:t>before — every approved fix re-embedded the full corpus (~1.5s per record, minutes total, growing with every future resolution). After — a refresh with nothing new returns in under a second; N new incidents cost N embedding calls, not corpus-size embedding calls.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INITIATIVE, STORY 7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Took It Past “A Demo” Into a Real Deployment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636E"/>
                </a:solidFill>
              </a:rPr>
              <a:t>A local walkthrough on a laptop would have satisfied Week 4's presentation requirement. What actually exists is three independently deployed, publicly reachable Cloud Run services, running against real ServiceNow credentials.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6" name="Image 0" descr="/tmp/aiops_plan/deck/icons/cloud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21287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9659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</a:rPr>
              <a:t>3 real Cloud Run services, not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35000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One shared Docker image, deployed 3 times with different entrypoints — each independently reachable, each independently redeployable.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944368"/>
            <a:ext cx="1088136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1" name="Image 1" descr="/tmp/aiops_plan/dec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" y="318028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30175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</a:rPr>
              <a:t>Real credentials, real failure modes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340156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Worked through actual deployed-environment problems as they happened: placeholder env-var values shipped by mistake, a Cloud Shell clone silently deploying stale code, bash quoting traps — the kind of friction a local-only demo never surfaces.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995928"/>
            <a:ext cx="1088136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4160520"/>
            <a:ext cx="548640" cy="54864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6" name="Image 2" descr="/tmp/aiops_plan/deck/icons/ti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423184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40690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</a:rPr>
              <a:t>A real ServiceNow instance throughout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45312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Every number in this project — corpus size, candidate counts, resolution state — comes from a live external system, not seeded fixture data invented for the demo.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5047488"/>
            <a:ext cx="1088136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5212080"/>
            <a:ext cx="548640" cy="54864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1" name="Image 3" descr="/tmp/aiops_plan/deck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" y="528340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51206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</a:rPr>
              <a:t>Diagnosed with evidence, not guesses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371600" y="550468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The Resolved-vs-Closed bug (story 2) was confirmed with an actual diagnostic query against the real instance — 17/79/96 — before a single line of the fix was written.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INITIATIVE, STORY 8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Self-Imposed Discipline Layer, Never Requested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D3F5E6"/>
          </a:solidFill>
          <a:ln/>
        </p:spPr>
      </p:sp>
      <p:pic>
        <p:nvPicPr>
          <p:cNvPr id="6" name="Image 0" descr="/tmp/aiops_plan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7113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</a:rPr>
              <a:t>30+ automated checks, zero required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4892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636E"/>
                </a:solidFill>
              </a:rPr>
              <a:t>Nothing in the brief asked for a test suite. Every one of the 3 apps ships with its own verification script — mocked, credential-free, runnable in seconds — covering the properties that actually matter: a remedy never fires without approval, a resolved incident never re-shows as a candidate, cross-process state genuinely round-trips through BigQuery. Bugs were caught by these before they were caught live.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1" name="Image 1" descr="/tmp/aiops_plan/deck/icons/j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20" y="17113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</a:rPr>
              <a:t>IaC taken to resource-level detail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286000"/>
            <a:ext cx="4892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636E"/>
                </a:solidFill>
              </a:rPr>
              <a:t>Week 4 asked for IaC/Terraform “concepts.” What was produced goes further: every real, currently-running resource — all 3 Cloud Run services, both BigQuery tables, the service account and its IAM bindings, Artifact Registry, a Cloud Build trigger — mapped to its actual Terraform resource type, with an illustrative HCL sketch for each, honestly labeled as not-yet-applied rather than overstated as done.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ACTUALLY SHOWS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Compliance — Judgment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6" name="Image 0" descr="/tmp/aiops_plan/dec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7510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Noticing what wasn't asked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02996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4E2"/>
                </a:solidFill>
              </a:rPr>
              <a:t>The undercount bug, the scaling flaw — both found by treating a working number as something to verify, not just report.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11" name="Image 1" descr="/tmp/aiops_plan/dec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6" y="175107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Choosing safety over the literal spec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202996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4E2"/>
                </a:solidFill>
              </a:rPr>
              <a:t>W3's split-audience redesign is a deliberate call that a stricter reading of the brief wouldn't have required.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1089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16" name="Image 2" descr="/tmp/aiops_plan/deck/icons/b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39699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2918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Root-causing with evidence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367588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4E2"/>
                </a:solidFill>
              </a:rPr>
              <a:t>Every fix in this deck traces to a real diagnostic, a real number, or a real test — not a guess that happened to work.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7920" y="31089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3337560"/>
            <a:ext cx="457200" cy="457200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21" name="Image 3" descr="/tmp/aiops_plan/deck/icons/r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339699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32918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Being honest about what's still a gap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367588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4E2"/>
                </a:solidFill>
              </a:rPr>
              <a:t>No login on the console app, IaC not yet applied, an MTTR figure labeled as an estimate — named on purpose, not glossed over.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929C"/>
                </a:solidFill>
              </a:rPr>
              <a:t>Ramesh Muni  ·  AIOps Virtual Agent  ·  4-Week Build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929C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AIOps Virtual Agent — Beyond The Brief</dc:title>
  <dc:subject>PptxGenJS Presentation</dc:subject>
  <dc:creator>Ramesh Muni</dc:creator>
  <cp:lastModifiedBy>Ramesh Muni</cp:lastModifiedBy>
  <cp:revision>1</cp:revision>
  <dcterms:created xsi:type="dcterms:W3CDTF">2026-09-15T06:58:08Z</dcterms:created>
  <dcterms:modified xsi:type="dcterms:W3CDTF">2026-09-15T06:58:08Z</dcterms:modified>
</cp:coreProperties>
</file>